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/>
    <a:lvl1pPr marL="0" algn="l">
      <a:defRPr lang="vi-VN"/>
    </a:lvl1pPr>
  </p:defaultTextStyle>
</p:presentation>
</file>

<file path=ppt/presProps.xml><?xml version="1.0" encoding="utf-8"?>
<p:presentationPr xmlns:a="http://schemas.openxmlformats.org/drawingml/2006/main" xmlns:p="http://schemas.openxmlformats.org/presentationml/2006/main"/>
</file>

<file path=ppt/tableStyles.xml><?xml version="1.0" encoding="utf-8"?>
<a:tblStyleLst xmlns:a="http://schemas.openxmlformats.org/drawingml/2006/main"/>
</file>

<file path=ppt/viewProps.xml><?xml version="1.0" encoding="utf-8"?>
<p:viewPr xmlns:a="http://schemas.openxmlformats.org/drawingml/2006/main" xmlns:p="http://schemas.openxmlformats.org/presentationml/2006/main" lastView="sldView">
  <p:normalViewPr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sldLayoutIdLst>
    <p:sldLayoutId id="1" r:id="rId2"/>
  </p:sldLayoutIdLst>
  <p:txStyles>
    <p:titleStyle/>
    <p:bodyStyle/>
    <p:otherStyle/>
  </p:txStyles>
  <p:clrMap accent1="accent1" accent2="accent2" bg1="lt1" bg2="lt2" folHlink="folHlink" hlink="hlink" tx1="dk1" tx2="dk2"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vinmec_react_agent_slide.pn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nmec Care Ag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nmec_react_agent_sl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nmec Theme">
  <a:themeElements>
    <a:clrScheme name="Vinmec">
      <a:dk1>
        <a:sysClr val="windowText" lastClr="000000"/>
      </a:dk1>
      <a:lt1>
        <a:sysClr val="window" lastClr="FFFFFF"/>
      </a:lt1>
      <a:dk2>
        <a:srgbClr val="172033"/>
      </a:dk2>
      <a:lt2>
        <a:srgbClr val="F5F7FA"/>
      </a:lt2>
      <a:accent1>
        <a:srgbClr val="25D3AE"/>
      </a:accent1>
      <a:accent2>
        <a:srgbClr val="68B2FF"/>
      </a:accent2>
      <a:accent3>
        <a:srgbClr val="FFC56F"/>
      </a:accent3>
      <a:accent4>
        <a:srgbClr val="FF7D74"/>
      </a:accent4>
      <a:accent5>
        <a:srgbClr val="97F1DA"/>
      </a:accent5>
      <a:accent6>
        <a:srgbClr val="A3B8C6"/>
      </a:accent6>
      <a:hlink>
        <a:srgbClr val="0563C1"/>
      </a:hlink>
      <a:folHlink>
        <a:srgbClr val="954F72"/>
      </a:folHlink>
    </a:clrScheme>
    <a:fontScheme name="Vinmec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Vinmec Format">
      <a:fillStyleLst/>
      <a:lnStyleLst/>
      <a:effectStyleLst/>
      <a:bgFillStyleLst/>
    </a:fmtScheme>
  </a:themeElements>
</a:theme>
</file>